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Manrope"/>
      <p:regular r:id="rId201316"/>
    </p:embeddedFont>
    <p:embeddedFont>
      <p:font typeface="Manrope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24360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Speech Emotion Recognition System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708374"/>
            <a:ext cx="6296860" cy="2362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Name-Ritu Raj 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Roll no.-CS-23411458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Sec- 4CSE_12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5297686"/>
            <a:ext cx="302411" cy="302419"/>
          </a:xfrm>
          <a:prstGeom prst="ellipse">
            <a:avLst/>
          </a:prstGeom>
          <a:solidFill>
            <a:srgbClr val="D3EED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7685" y="5408216"/>
            <a:ext cx="713762" cy="81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600" dirty="0">
                <a:solidFill>
                  <a:srgbClr val="38383C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RR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5630226" y="5283597"/>
            <a:ext cx="1940769" cy="33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by RITU RAJ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58035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 to Speech Emotion Recognition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3045123"/>
            <a:ext cx="425241" cy="425252"/>
          </a:xfrm>
          <a:prstGeom prst="roundRect">
            <a:avLst>
              <a:gd name="adj" fmla="val 40005"/>
            </a:avLst>
          </a:prstGeom>
          <a:solidFill>
            <a:srgbClr val="FFFFFF"/>
          </a:solidFill>
          <a:ln w="6350">
            <a:solidFill>
              <a:srgbClr val="FF704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75723" y="3110012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Speech Emotion Recognition?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275723" y="3518694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Technology that identifies human emotions from voice signals.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1475" y="4199136"/>
            <a:ext cx="425241" cy="425252"/>
          </a:xfrm>
          <a:prstGeom prst="roundRect">
            <a:avLst>
              <a:gd name="adj" fmla="val 40005"/>
            </a:avLst>
          </a:prstGeom>
          <a:solidFill>
            <a:srgbClr val="FFFFFF"/>
          </a:solidFill>
          <a:ln w="6350">
            <a:solidFill>
              <a:srgbClr val="FF70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75723" y="4264025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Importance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275723" y="4672707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Enhances human-computer interaction and emotional intelligence in AI.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61131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Objectives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485430"/>
            <a:ext cx="6296860" cy="1101824"/>
          </a:xfrm>
          <a:prstGeom prst="roundRect">
            <a:avLst>
              <a:gd name="adj" fmla="val 15440"/>
            </a:avLst>
          </a:prstGeom>
          <a:solidFill>
            <a:srgbClr val="FFFFFF"/>
          </a:solidFill>
          <a:ln w="6350">
            <a:solidFill>
              <a:srgbClr val="FF704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8717" y="2680791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8717" y="3089473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Develop an accurate model to classify emotions from speech.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233360" y="3776266"/>
            <a:ext cx="6296860" cy="1470323"/>
          </a:xfrm>
          <a:prstGeom prst="roundRect">
            <a:avLst>
              <a:gd name="adj" fmla="val 11570"/>
            </a:avLst>
          </a:prstGeom>
          <a:solidFill>
            <a:srgbClr val="FFFFFF"/>
          </a:solidFill>
          <a:ln w="6350">
            <a:solidFill>
              <a:srgbClr val="FF70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28717" y="3971627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Outcomes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428717" y="4380309"/>
            <a:ext cx="5906146" cy="670917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Reliable emotion detection system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Insightful performance analysis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0254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16567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Technologies Used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649960"/>
            <a:ext cx="5203794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Python programming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ML models and sklearn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Librosa for audio processing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32776" y="316567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&amp; Steps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332776" y="3649960"/>
            <a:ext cx="5203794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RAVDESS emotional speech dataset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Feature extraction of audio signals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 training and prediction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46596"/>
            <a:ext cx="6296860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Implementation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61475" y="1384796"/>
            <a:ext cx="183054" cy="10986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F704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1828" y="1567855"/>
            <a:ext cx="5936506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Speech Signal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936105" y="2660749"/>
            <a:ext cx="183054" cy="10986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F704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96459" y="2843808"/>
            <a:ext cx="5661876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Extraction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210736" y="3936702"/>
            <a:ext cx="183054" cy="10986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F704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571090" y="4119761"/>
            <a:ext cx="538724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Training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485466" y="5212655"/>
            <a:ext cx="183054" cy="10986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F704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45819" y="5395714"/>
            <a:ext cx="511251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Emotion Prediction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6784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and Performance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33097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815259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 achieved over 85% accuracy in emotion classification.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32776" y="333097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Visual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332776" y="3815259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Graphs indicate steady learning and effective feature capture.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23626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343812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 and Future Scope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4312245"/>
            <a:ext cx="5339820" cy="1470323"/>
          </a:xfrm>
          <a:prstGeom prst="roundRect">
            <a:avLst>
              <a:gd name="adj" fmla="val 11570"/>
            </a:avLst>
          </a:prstGeom>
          <a:solidFill>
            <a:srgbClr val="FFFFFF"/>
          </a:solidFill>
          <a:ln w="6350">
            <a:solidFill>
              <a:srgbClr val="FF704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6832" y="4507607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Achievements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6832" y="4916289"/>
            <a:ext cx="4949106" cy="670917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Successful emotion recognition from speech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Validated model with real dataset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190301" y="4312245"/>
            <a:ext cx="5339919" cy="1470323"/>
          </a:xfrm>
          <a:prstGeom prst="roundRect">
            <a:avLst>
              <a:gd name="adj" fmla="val 11570"/>
            </a:avLst>
          </a:prstGeom>
          <a:solidFill>
            <a:srgbClr val="FFFFFF"/>
          </a:solidFill>
          <a:ln w="6350">
            <a:solidFill>
              <a:srgbClr val="FF70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85658" y="4507607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Improvements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385658" y="4916289"/>
            <a:ext cx="4949205" cy="670917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Include multi-language support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Enhance real-time processing speed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60389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Acknowledgment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3478014"/>
            <a:ext cx="425241" cy="425252"/>
          </a:xfrm>
          <a:prstGeom prst="roundRect">
            <a:avLst>
              <a:gd name="adj" fmla="val 40005"/>
            </a:avLst>
          </a:prstGeom>
          <a:solidFill>
            <a:srgbClr val="FFFFFF"/>
          </a:solidFill>
          <a:ln w="6350">
            <a:solidFill>
              <a:srgbClr val="FF704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75723" y="3542903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 Thanks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275723" y="3951585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Heartfelt gratitude to my friends of IILM University.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2026-08-29T09:02:49Z</dcterms:created>
  <dcterms:modified xsi:type="dcterms:W3CDTF">2026-08-29T09:02:49Z</dcterms:modified>
</cp:coreProperties>
</file>